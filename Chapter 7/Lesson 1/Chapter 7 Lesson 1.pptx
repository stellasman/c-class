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65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77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451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36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09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89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10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184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94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867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BE42A-EC51-4A27-8C5E-56E9DE15CC2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9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2BE42A-EC51-4A27-8C5E-56E9DE15CC2F}" type="datetimeFigureOut">
              <a:rPr lang="en-US" smtClean="0"/>
              <a:t>5/22/2022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24FFF7-502D-4605-B145-B7B377B1B1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5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335829"/>
          </a:xfrm>
        </p:spPr>
        <p:txBody>
          <a:bodyPr/>
          <a:lstStyle/>
          <a:p>
            <a:r>
              <a:rPr lang="en-US" dirty="0" smtClean="0"/>
              <a:t>MCSD Certification Toolkit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Chapter 7 Lesson 1 – Multithreading and Asynchronous Operations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52332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‘Good </a:t>
            </a:r>
            <a:r>
              <a:rPr lang="en-US" dirty="0" err="1" smtClean="0"/>
              <a:t>Ol</a:t>
            </a:r>
            <a:r>
              <a:rPr lang="en-US" dirty="0" smtClean="0"/>
              <a:t>’ Days’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DOS operating system would run one program at a time. If you needed to run another program, you needed another computer.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8050" y="1947862"/>
            <a:ext cx="529590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532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001"/>
          </a:xfrm>
        </p:spPr>
        <p:txBody>
          <a:bodyPr/>
          <a:lstStyle/>
          <a:p>
            <a:pPr algn="ctr"/>
            <a:r>
              <a:rPr lang="en-US" b="1" dirty="0" smtClean="0"/>
              <a:t>Windows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884" y="1064126"/>
            <a:ext cx="11566358" cy="554522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Windows (and previously OS/2) allowed the user to run multiple programs simultaneously.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4088" y="1457825"/>
            <a:ext cx="417195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71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001"/>
          </a:xfrm>
        </p:spPr>
        <p:txBody>
          <a:bodyPr/>
          <a:lstStyle/>
          <a:p>
            <a:pPr algn="ctr"/>
            <a:r>
              <a:rPr lang="en-US" b="1" dirty="0" smtClean="0"/>
              <a:t>The Process Control Block (PCB)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884" y="1064126"/>
            <a:ext cx="11566358" cy="554522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985" y="1294124"/>
            <a:ext cx="7836303" cy="53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001"/>
          </a:xfrm>
        </p:spPr>
        <p:txBody>
          <a:bodyPr/>
          <a:lstStyle/>
          <a:p>
            <a:pPr algn="ctr"/>
            <a:r>
              <a:rPr lang="en-US" b="1" dirty="0" smtClean="0"/>
              <a:t>Threads – Children of the Process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884" y="1064126"/>
            <a:ext cx="11566358" cy="55452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759" y="1109964"/>
            <a:ext cx="10071618" cy="549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469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001"/>
          </a:xfrm>
        </p:spPr>
        <p:txBody>
          <a:bodyPr/>
          <a:lstStyle/>
          <a:p>
            <a:pPr algn="ctr"/>
            <a:r>
              <a:rPr lang="en-US" b="1" dirty="0" smtClean="0"/>
              <a:t>Context Switching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7326" y="1064126"/>
            <a:ext cx="8919411" cy="55452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5"/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Saving the currently running process information and loading the next in priority order is referred to as context switching.</a:t>
            </a:r>
          </a:p>
          <a:p>
            <a:pPr lvl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Saving the process information could mean saving the memory the process is using to disk.</a:t>
            </a:r>
          </a:p>
          <a:p>
            <a:pPr lvl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is allotted a time slot of 1/100</a:t>
            </a:r>
            <a:r>
              <a:rPr lang="en-US" sz="1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a second before a context switch occurs.</a:t>
            </a:r>
          </a:p>
          <a:p>
            <a:pPr lvl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Gives the appearance of simultaneous execution, but since there was only 1 CPU, no two processes could run simultaneously.</a:t>
            </a:r>
          </a:p>
          <a:p>
            <a:pPr lvl="1"/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Quite possible to spend more time switching between contexts than executing a process.</a:t>
            </a:r>
          </a:p>
          <a:p>
            <a:pPr lvl="1"/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7968" y="1127883"/>
            <a:ext cx="6483683" cy="293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8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001"/>
          </a:xfrm>
        </p:spPr>
        <p:txBody>
          <a:bodyPr/>
          <a:lstStyle/>
          <a:p>
            <a:pPr algn="ctr"/>
            <a:r>
              <a:rPr lang="en-US" b="1" dirty="0" smtClean="0"/>
              <a:t>Multiple Processors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7326" y="1064126"/>
            <a:ext cx="8919411" cy="55452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5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2005, both AMD and Intel introduced dual-core processors</a:t>
            </a:r>
          </a:p>
          <a:p>
            <a:pPr lvl="5"/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allowed for truly simultaneous processing capability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525" y="1255203"/>
            <a:ext cx="4794496" cy="355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626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001"/>
          </a:xfrm>
        </p:spPr>
        <p:txBody>
          <a:bodyPr/>
          <a:lstStyle/>
          <a:p>
            <a:pPr algn="ctr"/>
            <a:r>
              <a:rPr lang="en-US" b="1" dirty="0" smtClean="0"/>
              <a:t>Current Technology (2022)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7326" y="1064126"/>
            <a:ext cx="8919411" cy="55452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520" y="1763127"/>
            <a:ext cx="6985359" cy="3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86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001"/>
          </a:xfrm>
        </p:spPr>
        <p:txBody>
          <a:bodyPr/>
          <a:lstStyle/>
          <a:p>
            <a:pPr algn="ctr"/>
            <a:r>
              <a:rPr lang="en-US" b="1" dirty="0" smtClean="0"/>
              <a:t>Threading in C#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7326" y="1064126"/>
            <a:ext cx="8919411" cy="55452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Every C# GUI application has at least 4 threads</a:t>
            </a:r>
          </a:p>
          <a:p>
            <a:pPr marL="0" indent="0" algn="ctr">
              <a:buNone/>
            </a:pPr>
            <a:endParaRPr lang="en-US" dirty="0" smtClean="0"/>
          </a:p>
          <a:p>
            <a:pPr marL="3257550" lvl="6" indent="-514350">
              <a:buAutoNum type="arabicParenR"/>
            </a:pPr>
            <a:r>
              <a:rPr lang="en-US" dirty="0" smtClean="0"/>
              <a:t>Main Thread</a:t>
            </a:r>
          </a:p>
          <a:p>
            <a:pPr marL="3257550" lvl="6" indent="-514350">
              <a:buAutoNum type="arabicParenR"/>
            </a:pPr>
            <a:r>
              <a:rPr lang="en-US" dirty="0" smtClean="0"/>
              <a:t>GUI Thread</a:t>
            </a:r>
          </a:p>
          <a:p>
            <a:pPr marL="3257550" lvl="6" indent="-514350">
              <a:buAutoNum type="arabicParenR"/>
            </a:pPr>
            <a:r>
              <a:rPr lang="en-US" dirty="0" smtClean="0"/>
              <a:t>Finalizer Thread</a:t>
            </a:r>
          </a:p>
          <a:p>
            <a:pPr marL="3257550" lvl="6" indent="-514350">
              <a:buAutoNum type="arabicParenR"/>
            </a:pPr>
            <a:r>
              <a:rPr lang="en-US" dirty="0" smtClean="0"/>
              <a:t>Garbage Collection Thread</a:t>
            </a:r>
          </a:p>
          <a:p>
            <a:pPr marL="3257550" lvl="6" indent="-514350">
              <a:buAutoNum type="arabicParenR"/>
            </a:pPr>
            <a:endParaRPr lang="en-US" dirty="0"/>
          </a:p>
          <a:p>
            <a:pPr marL="2743200" lvl="6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All the above threads are ‘background’ threads except for the ‘Main’ thread. All background threads are terminated when the Main thread terminates.</a:t>
            </a: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597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001"/>
          </a:xfrm>
        </p:spPr>
        <p:txBody>
          <a:bodyPr/>
          <a:lstStyle/>
          <a:p>
            <a:pPr algn="ctr"/>
            <a:r>
              <a:rPr lang="en-US" b="1" dirty="0" smtClean="0"/>
              <a:t>Disadvantages of Threads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7326" y="1064126"/>
            <a:ext cx="8919411" cy="55452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Takes a lot of memory to create a thread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If a program has a lot of threads, the time spent context switching could slow the program down.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It takes considerable amount of time to launch a thread as well as </a:t>
            </a:r>
            <a:r>
              <a:rPr lang="en-US" smtClean="0"/>
              <a:t>to destroy it.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56916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9001"/>
          </a:xfrm>
        </p:spPr>
        <p:txBody>
          <a:bodyPr/>
          <a:lstStyle/>
          <a:p>
            <a:pPr algn="ctr"/>
            <a:r>
              <a:rPr lang="en-US" b="1" dirty="0" smtClean="0"/>
              <a:t>Disadvantages of </a:t>
            </a:r>
            <a:r>
              <a:rPr lang="en-US" b="1" dirty="0" err="1" smtClean="0"/>
              <a:t>ThreadPool</a:t>
            </a:r>
            <a:r>
              <a:rPr lang="en-US" b="1" dirty="0" smtClean="0"/>
              <a:t> Threads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884" y="1064126"/>
            <a:ext cx="11138569" cy="554522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lvl="2"/>
            <a:r>
              <a:rPr lang="en-US" sz="3600" dirty="0" smtClean="0"/>
              <a:t>Always </a:t>
            </a:r>
            <a:r>
              <a:rPr lang="en-US" sz="3600" dirty="0"/>
              <a:t>a background thread</a:t>
            </a:r>
          </a:p>
          <a:p>
            <a:pPr lvl="2"/>
            <a:r>
              <a:rPr lang="en-US" sz="3600" dirty="0"/>
              <a:t>Can’t abort or interrupt a </a:t>
            </a:r>
            <a:r>
              <a:rPr lang="en-US" sz="3600" dirty="0" err="1"/>
              <a:t>ThreadPool</a:t>
            </a:r>
            <a:r>
              <a:rPr lang="en-US" sz="3600" dirty="0"/>
              <a:t> thread</a:t>
            </a:r>
          </a:p>
          <a:p>
            <a:pPr lvl="2"/>
            <a:r>
              <a:rPr lang="en-US" sz="3600" dirty="0"/>
              <a:t>Can’t ‘join’ a </a:t>
            </a:r>
            <a:r>
              <a:rPr lang="en-US" sz="3600" dirty="0" err="1"/>
              <a:t>ThreadPool</a:t>
            </a:r>
            <a:r>
              <a:rPr lang="en-US" sz="3600" dirty="0"/>
              <a:t> thread</a:t>
            </a:r>
          </a:p>
          <a:p>
            <a:pPr lvl="2"/>
            <a:r>
              <a:rPr lang="en-US" sz="3600" dirty="0"/>
              <a:t>Can’t control priority of a </a:t>
            </a:r>
            <a:r>
              <a:rPr lang="en-US" sz="3600" dirty="0" err="1"/>
              <a:t>ThreadPool</a:t>
            </a:r>
            <a:r>
              <a:rPr lang="en-US" sz="3600" dirty="0"/>
              <a:t> thread</a:t>
            </a:r>
          </a:p>
        </p:txBody>
      </p:sp>
    </p:spTree>
    <p:extLst>
      <p:ext uri="{BB962C8B-B14F-4D97-AF65-F5344CB8AC3E}">
        <p14:creationId xmlns:p14="http://schemas.microsoft.com/office/powerpoint/2010/main" val="244521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0D0DBF78E7573498E57FF5AEF12177C" ma:contentTypeVersion="8" ma:contentTypeDescription="Create a new document." ma:contentTypeScope="" ma:versionID="d1bdaccba5bec0ade9dcacd043ad0a6c">
  <xsd:schema xmlns:xsd="http://www.w3.org/2001/XMLSchema" xmlns:xs="http://www.w3.org/2001/XMLSchema" xmlns:p="http://schemas.microsoft.com/office/2006/metadata/properties" xmlns:ns2="697714b7-1f72-4f8d-a841-76860ca5a7cc" xmlns:ns3="0c7b88d9-e746-476a-9481-c5b43b24eb14" targetNamespace="http://schemas.microsoft.com/office/2006/metadata/properties" ma:root="true" ma:fieldsID="da38ff6c689819270a94955410054538" ns2:_="" ns3:_="">
    <xsd:import namespace="697714b7-1f72-4f8d-a841-76860ca5a7cc"/>
    <xsd:import namespace="0c7b88d9-e746-476a-9481-c5b43b24eb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7714b7-1f72-4f8d-a841-76860ca5a7c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7b88d9-e746-476a-9481-c5b43b24eb1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A425B5-C471-44AF-9D4A-7BF4EBF8F4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5DDEF6-D054-4FBC-B9BD-1DA60AC8242F}">
  <ds:schemaRefs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www.w3.org/XML/1998/namespace"/>
    <ds:schemaRef ds:uri="0c7b88d9-e746-476a-9481-c5b43b24eb14"/>
    <ds:schemaRef ds:uri="697714b7-1f72-4f8d-a841-76860ca5a7cc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CC1BA97-8BD1-432D-BA53-41A4FBD954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97714b7-1f72-4f8d-a841-76860ca5a7cc"/>
    <ds:schemaRef ds:uri="0c7b88d9-e746-476a-9481-c5b43b24eb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4536</TotalTime>
  <Words>318</Words>
  <Application>Microsoft Office PowerPoint</Application>
  <PresentationFormat>Widescreen</PresentationFormat>
  <Paragraphs>117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MCSD Certification Toolkit</vt:lpstr>
      <vt:lpstr>The ‘Good Ol’ Days’</vt:lpstr>
      <vt:lpstr>Windows</vt:lpstr>
      <vt:lpstr>The Process Control Block (PCB)</vt:lpstr>
      <vt:lpstr>Threads – Children of the Process</vt:lpstr>
      <vt:lpstr>Context Switching</vt:lpstr>
      <vt:lpstr>Multiple Processors</vt:lpstr>
      <vt:lpstr>Current Technology (2022)</vt:lpstr>
      <vt:lpstr>Threading in C#</vt:lpstr>
      <vt:lpstr>Disadvantages of Threads</vt:lpstr>
      <vt:lpstr>Disadvantages of ThreadPool Threads</vt:lpstr>
    </vt:vector>
  </TitlesOfParts>
  <Company>Deltek.com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MCSD Certification Toolkit</dc:title>
  <dc:creator>Jeff Armstrong</dc:creator>
  <cp:lastModifiedBy>Jeff Armstrong</cp:lastModifiedBy>
  <cp:revision>123</cp:revision>
  <dcterms:created xsi:type="dcterms:W3CDTF">2021-10-07T04:30:28Z</dcterms:created>
  <dcterms:modified xsi:type="dcterms:W3CDTF">2022-05-23T19:57:10Z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0x010100A0D0DBF78E7573498E57FF5AEF12177C</vt:lpwstr>
  </property>
</Properties>
</file>