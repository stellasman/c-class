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7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0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9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3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9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6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FE01-DDA3-4A1C-A1E1-4048A89689A8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7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MCSD Certification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2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898"/>
            <a:ext cx="10515600" cy="939114"/>
          </a:xfrm>
        </p:spPr>
        <p:txBody>
          <a:bodyPr/>
          <a:lstStyle/>
          <a:p>
            <a:r>
              <a:rPr lang="en-US" dirty="0" smtClean="0"/>
              <a:t>C# Value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50"/>
            <a:ext cx="10515600" cy="52063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Integral Types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sbyte</a:t>
            </a:r>
            <a:r>
              <a:rPr lang="en-US" dirty="0" smtClean="0"/>
              <a:t>			8 bits, 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byte</a:t>
            </a:r>
            <a:r>
              <a:rPr lang="en-US" dirty="0" smtClean="0"/>
              <a:t>			8 bits, unsigned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short</a:t>
            </a:r>
            <a:r>
              <a:rPr lang="en-US" dirty="0" smtClean="0"/>
              <a:t>			16 bits, 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ushort</a:t>
            </a:r>
            <a:r>
              <a:rPr lang="en-US" dirty="0" smtClean="0"/>
              <a:t>		16 bits, unsigned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/>
              <a:t>			32 bits, 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uint</a:t>
            </a:r>
            <a:r>
              <a:rPr lang="en-US" dirty="0" smtClean="0"/>
              <a:t>			32 bits, unsigned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long</a:t>
            </a:r>
            <a:r>
              <a:rPr lang="en-US" dirty="0" smtClean="0"/>
              <a:t>			64 bits, signed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ulong</a:t>
            </a:r>
            <a:r>
              <a:rPr lang="en-US" dirty="0" smtClean="0"/>
              <a:t>			64 bits, unsigned</a:t>
            </a:r>
          </a:p>
        </p:txBody>
      </p:sp>
    </p:spTree>
    <p:extLst>
      <p:ext uri="{BB962C8B-B14F-4D97-AF65-F5344CB8AC3E}">
        <p14:creationId xmlns:p14="http://schemas.microsoft.com/office/powerpoint/2010/main" val="174467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898"/>
            <a:ext cx="10515600" cy="939114"/>
          </a:xfrm>
        </p:spPr>
        <p:txBody>
          <a:bodyPr/>
          <a:lstStyle/>
          <a:p>
            <a:r>
              <a:rPr lang="en-US" dirty="0" smtClean="0"/>
              <a:t>C# Value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50"/>
            <a:ext cx="10515600" cy="52063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Floating point Types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float</a:t>
            </a:r>
            <a:r>
              <a:rPr lang="en-US" dirty="0" smtClean="0"/>
              <a:t>		4 bytes (32 bits)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double</a:t>
            </a:r>
            <a:r>
              <a:rPr lang="en-US" dirty="0" smtClean="0"/>
              <a:t>	8 bytes (64 bits)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decimal</a:t>
            </a:r>
            <a:r>
              <a:rPr lang="en-US" dirty="0" smtClean="0"/>
              <a:t>	16 bytes (128 bits)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Boolean data type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bool</a:t>
            </a:r>
            <a:r>
              <a:rPr lang="en-US" dirty="0" smtClean="0"/>
              <a:t>		(can be either </a:t>
            </a:r>
            <a:r>
              <a:rPr lang="en-US" dirty="0" smtClean="0">
                <a:solidFill>
                  <a:srgbClr val="FF0000"/>
                </a:solidFill>
              </a:rPr>
              <a:t>true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false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Character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char</a:t>
            </a:r>
            <a:r>
              <a:rPr lang="en-US" dirty="0" smtClean="0"/>
              <a:t>		16 bit (Unicode)</a:t>
            </a:r>
          </a:p>
        </p:txBody>
      </p:sp>
    </p:spTree>
    <p:extLst>
      <p:ext uri="{BB962C8B-B14F-4D97-AF65-F5344CB8AC3E}">
        <p14:creationId xmlns:p14="http://schemas.microsoft.com/office/powerpoint/2010/main" val="108088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898"/>
            <a:ext cx="10515600" cy="939114"/>
          </a:xfrm>
        </p:spPr>
        <p:txBody>
          <a:bodyPr/>
          <a:lstStyle/>
          <a:p>
            <a:r>
              <a:rPr lang="en-US" dirty="0" smtClean="0"/>
              <a:t>C# Value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3254"/>
            <a:ext cx="10515600" cy="568410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Enumeration types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enum</a:t>
            </a:r>
            <a:r>
              <a:rPr lang="en-US" dirty="0" smtClean="0"/>
              <a:t> Season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Spring,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Summer,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Autumn,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Winter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19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221"/>
          </a:xfrm>
        </p:spPr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Single-dimension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[] </a:t>
            </a:r>
            <a:r>
              <a:rPr lang="en-US" dirty="0" err="1" smtClean="0"/>
              <a:t>aTest</a:t>
            </a:r>
            <a:r>
              <a:rPr lang="en-US" dirty="0"/>
              <a:t> </a:t>
            </a:r>
            <a:r>
              <a:rPr lang="en-US" dirty="0" smtClean="0"/>
              <a:t>= {1, 2, 3, 4};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aTest</a:t>
            </a:r>
            <a:r>
              <a:rPr lang="en-US" dirty="0" smtClean="0"/>
              <a:t>[0] = 2*</a:t>
            </a:r>
            <a:r>
              <a:rPr lang="en-US" dirty="0" err="1" smtClean="0"/>
              <a:t>aTest</a:t>
            </a:r>
            <a:r>
              <a:rPr lang="en-US" dirty="0" smtClean="0"/>
              <a:t>[1];</a:t>
            </a:r>
          </a:p>
        </p:txBody>
      </p:sp>
    </p:spTree>
    <p:extLst>
      <p:ext uri="{BB962C8B-B14F-4D97-AF65-F5344CB8AC3E}">
        <p14:creationId xmlns:p14="http://schemas.microsoft.com/office/powerpoint/2010/main" val="92217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238"/>
            <a:ext cx="10515600" cy="464472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()		Parenthesis</a:t>
            </a:r>
          </a:p>
          <a:p>
            <a:pPr marL="0" indent="0">
              <a:buNone/>
            </a:pPr>
            <a:r>
              <a:rPr lang="en-US" dirty="0" smtClean="0"/>
              <a:t>++, --		Add/subtract 1 from variable</a:t>
            </a:r>
          </a:p>
          <a:p>
            <a:pPr marL="0" indent="0">
              <a:buNone/>
            </a:pPr>
            <a:r>
              <a:rPr lang="en-US" dirty="0" smtClean="0"/>
              <a:t>*, /, %		Multiply, Divide, Modulus</a:t>
            </a:r>
          </a:p>
          <a:p>
            <a:pPr marL="0" indent="0">
              <a:buNone/>
            </a:pPr>
            <a:r>
              <a:rPr lang="en-US" dirty="0" smtClean="0"/>
              <a:t>+, -		Add, subtract</a:t>
            </a:r>
          </a:p>
          <a:p>
            <a:pPr marL="0" indent="0">
              <a:buNone/>
            </a:pPr>
            <a:r>
              <a:rPr lang="en-US" dirty="0" smtClean="0"/>
              <a:t>[*,/,%,+,-]=	Assignment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5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&lt;		Less than</a:t>
            </a:r>
          </a:p>
          <a:p>
            <a:pPr marL="0" indent="0">
              <a:buNone/>
            </a:pPr>
            <a:r>
              <a:rPr lang="en-US" dirty="0" smtClean="0"/>
              <a:t>&lt;=		Less than or equal</a:t>
            </a:r>
          </a:p>
          <a:p>
            <a:pPr marL="0" indent="0">
              <a:buNone/>
            </a:pPr>
            <a:r>
              <a:rPr lang="en-US" dirty="0" smtClean="0"/>
              <a:t>&gt;		Greater than</a:t>
            </a:r>
          </a:p>
          <a:p>
            <a:pPr marL="0" indent="0">
              <a:buNone/>
            </a:pPr>
            <a:r>
              <a:rPr lang="en-US" dirty="0" smtClean="0"/>
              <a:t>&gt;=		</a:t>
            </a:r>
            <a:r>
              <a:rPr lang="en-US" dirty="0" smtClean="0"/>
              <a:t>Greater than or equal</a:t>
            </a:r>
          </a:p>
          <a:p>
            <a:pPr marL="0" indent="0">
              <a:buNone/>
            </a:pPr>
            <a:r>
              <a:rPr lang="en-US" dirty="0" smtClean="0"/>
              <a:t>==		Equal</a:t>
            </a:r>
          </a:p>
          <a:p>
            <a:pPr marL="0" indent="0">
              <a:buNone/>
            </a:pPr>
            <a:r>
              <a:rPr lang="en-US" dirty="0" smtClean="0"/>
              <a:t>!=		Not equal</a:t>
            </a:r>
          </a:p>
          <a:p>
            <a:pPr marL="0" indent="0">
              <a:buNone/>
            </a:pPr>
            <a:r>
              <a:rPr lang="en-US" dirty="0" smtClean="0"/>
              <a:t>&amp;&amp;		Logical AND</a:t>
            </a:r>
          </a:p>
          <a:p>
            <a:pPr marL="0" indent="0">
              <a:buNone/>
            </a:pPr>
            <a:r>
              <a:rPr lang="en-US" dirty="0" smtClean="0"/>
              <a:t>||		Logical OR</a:t>
            </a:r>
          </a:p>
        </p:txBody>
      </p:sp>
    </p:spTree>
    <p:extLst>
      <p:ext uri="{BB962C8B-B14F-4D97-AF65-F5344CB8AC3E}">
        <p14:creationId xmlns:p14="http://schemas.microsoft.com/office/powerpoint/2010/main" val="374169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if…then…else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if (</a:t>
            </a:r>
            <a:r>
              <a:rPr lang="en-US" dirty="0" smtClean="0">
                <a:solidFill>
                  <a:srgbClr val="FF0000"/>
                </a:solidFill>
              </a:rPr>
              <a:t>bool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[statement];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else if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	[statement];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else if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	[statement];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else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	</a:t>
            </a:r>
            <a:r>
              <a:rPr lang="en-US" dirty="0" smtClean="0">
                <a:solidFill>
                  <a:srgbClr val="00B0F0"/>
                </a:solidFill>
              </a:rPr>
              <a:t>	[statement];</a:t>
            </a:r>
            <a:endParaRPr lang="en-US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69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762"/>
            <a:ext cx="10515600" cy="5066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switch</a:t>
            </a:r>
            <a:r>
              <a:rPr lang="en-US" sz="1200" dirty="0" smtClean="0"/>
              <a:t>([variable])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{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case</a:t>
            </a:r>
            <a:r>
              <a:rPr lang="en-US" sz="1200" dirty="0" smtClean="0"/>
              <a:t> [Value1]: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r>
              <a:rPr lang="en-US" sz="1200" dirty="0" smtClean="0"/>
              <a:t>.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r>
              <a:rPr lang="en-US" sz="1200" dirty="0" smtClean="0"/>
              <a:t>break;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case</a:t>
            </a:r>
            <a:r>
              <a:rPr lang="en-US" sz="1200" dirty="0" smtClean="0"/>
              <a:t> [Value2]:</a:t>
            </a:r>
          </a:p>
          <a:p>
            <a:pPr marL="0" indent="0">
              <a:buNone/>
            </a:pPr>
            <a:r>
              <a:rPr lang="en-US" sz="1200" dirty="0" smtClean="0"/>
              <a:t>		.</a:t>
            </a:r>
          </a:p>
          <a:p>
            <a:pPr marL="0" indent="0">
              <a:buNone/>
            </a:pPr>
            <a:r>
              <a:rPr lang="en-US" sz="1200" dirty="0" smtClean="0"/>
              <a:t>		break;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default</a:t>
            </a:r>
            <a:r>
              <a:rPr lang="en-US" sz="1200" dirty="0" smtClean="0">
                <a:solidFill>
                  <a:srgbClr val="00B0F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B0F0"/>
                </a:solidFill>
              </a:rPr>
              <a:t>	</a:t>
            </a:r>
            <a:r>
              <a:rPr lang="en-US" sz="1200" dirty="0" smtClean="0">
                <a:solidFill>
                  <a:srgbClr val="00B0F0"/>
                </a:solidFill>
              </a:rPr>
              <a:t>	.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B0F0"/>
                </a:solidFill>
              </a:rPr>
              <a:t>		break;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9496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for</a:t>
            </a:r>
            <a:r>
              <a:rPr lang="en-US" sz="1800" dirty="0" smtClean="0"/>
              <a:t> ([</a:t>
            </a:r>
            <a:r>
              <a:rPr lang="en-US" sz="1800" dirty="0" smtClean="0">
                <a:solidFill>
                  <a:srgbClr val="00B0F0"/>
                </a:solidFill>
              </a:rPr>
              <a:t>initializer</a:t>
            </a:r>
            <a:r>
              <a:rPr lang="en-US" sz="1800" dirty="0" smtClean="0"/>
              <a:t>]; [</a:t>
            </a:r>
            <a:r>
              <a:rPr lang="en-US" sz="1800" dirty="0" smtClean="0">
                <a:solidFill>
                  <a:srgbClr val="00B0F0"/>
                </a:solidFill>
              </a:rPr>
              <a:t>condition</a:t>
            </a:r>
            <a:r>
              <a:rPr lang="en-US" sz="1800" dirty="0" smtClean="0"/>
              <a:t>]; [</a:t>
            </a:r>
            <a:r>
              <a:rPr lang="en-US" sz="1800" dirty="0" smtClean="0">
                <a:solidFill>
                  <a:srgbClr val="00B0F0"/>
                </a:solidFill>
              </a:rPr>
              <a:t>iterator</a:t>
            </a:r>
            <a:r>
              <a:rPr lang="en-US" sz="1800" dirty="0" smtClean="0"/>
              <a:t>])</a:t>
            </a:r>
          </a:p>
          <a:p>
            <a:pPr marL="0" indent="0">
              <a:buNone/>
            </a:pPr>
            <a:r>
              <a:rPr lang="en-US" sz="1800" dirty="0" smtClean="0"/>
              <a:t>{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[statements]</a:t>
            </a:r>
          </a:p>
          <a:p>
            <a:pPr marL="0" indent="0">
              <a:buNone/>
            </a:pPr>
            <a:r>
              <a:rPr lang="en-US" sz="1800" dirty="0" smtClean="0"/>
              <a:t>}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[initializer]</a:t>
            </a:r>
          </a:p>
          <a:p>
            <a:pPr marL="0" indent="0">
              <a:buNone/>
            </a:pPr>
            <a:r>
              <a:rPr lang="en-US" sz="1800" dirty="0" smtClean="0"/>
              <a:t>while ([condition])</a:t>
            </a:r>
          </a:p>
          <a:p>
            <a:pPr marL="0" indent="0">
              <a:buNone/>
            </a:pPr>
            <a:r>
              <a:rPr lang="en-US" sz="1800" dirty="0" smtClean="0"/>
              <a:t>{</a:t>
            </a:r>
          </a:p>
          <a:p>
            <a:pPr marL="0" indent="0">
              <a:buNone/>
            </a:pPr>
            <a:r>
              <a:rPr lang="en-US" sz="1800" dirty="0" smtClean="0"/>
              <a:t>	….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	[iterator]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60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foreach</a:t>
            </a:r>
            <a:r>
              <a:rPr lang="en-US" dirty="0" smtClean="0"/>
              <a:t>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[] Values = {1, 2, 3, 4};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foreach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Item </a:t>
            </a:r>
            <a:r>
              <a:rPr lang="en-US" dirty="0" smtClean="0">
                <a:solidFill>
                  <a:srgbClr val="FF0000"/>
                </a:solidFill>
              </a:rPr>
              <a:t>in</a:t>
            </a:r>
            <a:r>
              <a:rPr lang="en-US" dirty="0" smtClean="0"/>
              <a:t> Values)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457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while</a:t>
            </a:r>
            <a:r>
              <a:rPr lang="en-US" dirty="0" smtClean="0"/>
              <a:t> ([condition])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313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… while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476"/>
            <a:ext cx="10515600" cy="463648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do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} </a:t>
            </a:r>
            <a:r>
              <a:rPr lang="en-US" dirty="0" smtClean="0">
                <a:solidFill>
                  <a:srgbClr val="FF0000"/>
                </a:solidFill>
              </a:rPr>
              <a:t>while</a:t>
            </a:r>
            <a:r>
              <a:rPr lang="en-US" dirty="0" smtClean="0"/>
              <a:t> ([condition]);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9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442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MCSD Certification</vt:lpstr>
      <vt:lpstr>C# Value Types</vt:lpstr>
      <vt:lpstr>C# Value Types</vt:lpstr>
      <vt:lpstr>C# Value Types</vt:lpstr>
      <vt:lpstr>Arrays</vt:lpstr>
      <vt:lpstr>Arithmetic operators</vt:lpstr>
      <vt:lpstr>Boolean operators</vt:lpstr>
      <vt:lpstr>if…then…else</vt:lpstr>
      <vt:lpstr>switch statement</vt:lpstr>
      <vt:lpstr>for statement</vt:lpstr>
      <vt:lpstr>foreach statement</vt:lpstr>
      <vt:lpstr>while statement</vt:lpstr>
      <vt:lpstr>do … while statement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</dc:title>
  <dc:creator>Jeff Armstrong</dc:creator>
  <cp:lastModifiedBy>Jeff Armstrong</cp:lastModifiedBy>
  <cp:revision>20</cp:revision>
  <dcterms:created xsi:type="dcterms:W3CDTF">2021-09-27T21:04:53Z</dcterms:created>
  <dcterms:modified xsi:type="dcterms:W3CDTF">2021-09-28T01:28:53Z</dcterms:modified>
</cp:coreProperties>
</file>