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5" r:id="rId4"/>
    <p:sldId id="264" r:id="rId5"/>
    <p:sldId id="267" r:id="rId6"/>
    <p:sldId id="268" r:id="rId7"/>
    <p:sldId id="269" r:id="rId8"/>
    <p:sldId id="270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5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00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7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3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1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08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39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88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6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1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03817-F879-439A-9E7E-3FAAA2864710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44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03817-F879-439A-9E7E-3FAAA2864710}" type="datetimeFigureOut">
              <a:rPr lang="en-US" smtClean="0"/>
              <a:t>11/29/2021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E1049-2426-485E-9CB2-B3AB0F4A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35829"/>
          </a:xfrm>
        </p:spPr>
        <p:txBody>
          <a:bodyPr/>
          <a:lstStyle/>
          <a:p>
            <a:r>
              <a:rPr lang="en-US" dirty="0" smtClean="0"/>
              <a:t>MCSD Certification Toolkit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mtClean="0"/>
              <a:t>Chapter 3, Lesson 2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095844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Working with Enumerations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425146"/>
            <a:ext cx="4961175" cy="5148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Enumeration</a:t>
            </a:r>
            <a:r>
              <a:rPr lang="en-US" sz="1200" dirty="0"/>
              <a:t> – A distinct type that consists of a set of named constants called the enumerator </a:t>
            </a:r>
            <a:r>
              <a:rPr lang="en-US" sz="1200" dirty="0" smtClean="0"/>
              <a:t>list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b="1" dirty="0" smtClean="0"/>
              <a:t>Declaration</a:t>
            </a:r>
          </a:p>
          <a:p>
            <a:pPr marL="0" indent="0">
              <a:buNone/>
            </a:pP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Months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byte </a:t>
            </a:r>
            <a:endParaRPr lang="en-US" sz="1200" b="1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January=1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February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March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April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December </a:t>
            </a: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11364220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478162" y="1425146"/>
            <a:ext cx="6032095" cy="514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/>
              <a:t>Usage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Months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myMonth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Months.January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+mj-lt"/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Constants start at 0 and increment by 1 (default), but can be assigned values</a:t>
            </a:r>
          </a:p>
          <a:p>
            <a:pPr>
              <a:buFont typeface="+mj-lt"/>
              <a:buAutoNum type="arabicPeriod"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Data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type is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by default, but can be set to byte, short,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or long (or unsigned versions of the same)</a:t>
            </a:r>
          </a:p>
          <a:p>
            <a:pPr>
              <a:buFont typeface="+mj-lt"/>
              <a:buAutoNum type="arabicPeriod"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Enumerations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can be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modified using ‘++’ or ‘--’,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but cannot be assigned an integer value</a:t>
            </a:r>
          </a:p>
        </p:txBody>
      </p:sp>
    </p:spTree>
    <p:extLst>
      <p:ext uri="{BB962C8B-B14F-4D97-AF65-F5344CB8AC3E}">
        <p14:creationId xmlns:p14="http://schemas.microsoft.com/office/powerpoint/2010/main" val="23279246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Structures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425146"/>
            <a:ext cx="4961175" cy="51486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Declaration</a:t>
            </a:r>
          </a:p>
          <a:p>
            <a:pPr marL="0" indent="0">
              <a:buNone/>
            </a:pP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Coords</a:t>
            </a:r>
            <a:endParaRPr lang="en-US" sz="1200" b="1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public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m_XValue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public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m_YValue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None/>
            </a:pP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11364220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478162" y="1425146"/>
            <a:ext cx="6032095" cy="514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/>
              <a:t>Usage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Coords</a:t>
            </a:r>
            <a:r>
              <a:rPr lang="en-US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cTest</a:t>
            </a:r>
            <a:r>
              <a:rPr lang="en-US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cTest.m_Xvalue</a:t>
            </a:r>
            <a:r>
              <a:rPr lang="en-US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3.5;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cTest.m_Yvalue</a:t>
            </a:r>
            <a:r>
              <a:rPr lang="en-US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6.2;</a:t>
            </a:r>
          </a:p>
        </p:txBody>
      </p:sp>
    </p:spTree>
    <p:extLst>
      <p:ext uri="{BB962C8B-B14F-4D97-AF65-F5344CB8AC3E}">
        <p14:creationId xmlns:p14="http://schemas.microsoft.com/office/powerpoint/2010/main" val="37378066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Structures, with constructor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425146"/>
            <a:ext cx="4961175" cy="5148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Declaration</a:t>
            </a:r>
          </a:p>
          <a:p>
            <a:pPr marL="0" indent="0">
              <a:buNone/>
            </a:pP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Coords</a:t>
            </a:r>
            <a:endParaRPr lang="en-US" sz="1200" b="1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Coords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XValue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double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YValue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m_XValue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xValue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m_Yvalue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yValue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m_XValue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m_YValue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None/>
            </a:pP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11364220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478162" y="1425146"/>
            <a:ext cx="6032095" cy="514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/>
              <a:t>Usage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Coords</a:t>
            </a:r>
            <a:r>
              <a:rPr lang="en-US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cTest</a:t>
            </a:r>
            <a:r>
              <a:rPr lang="en-US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Coords</a:t>
            </a:r>
            <a:r>
              <a:rPr lang="en-US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(10, 20);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+mj-lt"/>
              <a:buAutoNum type="arabicPeriod"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Constructors are optional, but if defined, MUST initialize ALL members of the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Cannot have a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parameterless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constructor</a:t>
            </a:r>
          </a:p>
          <a:p>
            <a:pPr>
              <a:buFont typeface="+mj-lt"/>
              <a:buAutoNum type="arabicPeriod"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Constructor is only called when ‘</a:t>
            </a:r>
            <a:r>
              <a:rPr lang="en-US" sz="1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 is used to create structure.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0866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Stack vs Heap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11364220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3112478" y="1770185"/>
            <a:ext cx="8397780" cy="4413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Stack allocation is performed when calling a method</a:t>
            </a:r>
          </a:p>
          <a:p>
            <a:pPr>
              <a:buFont typeface="+mj-lt"/>
              <a:buAutoNum type="arabicPeriod"/>
            </a:pPr>
            <a:r>
              <a:rPr lang="en-US" sz="1200" i="1" dirty="0">
                <a:latin typeface="Courier New" panose="02070309020205020404" pitchFamily="49" charset="0"/>
                <a:cs typeface="Courier New" panose="02070309020205020404" pitchFamily="49" charset="0"/>
              </a:rPr>
              <a:t>Most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value types are allocated on the stack, but not always</a:t>
            </a:r>
          </a:p>
          <a:p>
            <a:pPr>
              <a:buFont typeface="+mj-lt"/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Heap allocation is performed via operator ‘new’</a:t>
            </a:r>
          </a:p>
          <a:p>
            <a:pPr>
              <a:buFont typeface="+mj-lt"/>
              <a:buAutoNum type="arabicPeriod"/>
            </a:pP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reference types are stored on the heap.</a:t>
            </a:r>
          </a:p>
          <a:p>
            <a:pPr>
              <a:buFont typeface="+mj-lt"/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892" y="1506538"/>
            <a:ext cx="2249129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3358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Array, a simple reference type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425146"/>
            <a:ext cx="4961175" cy="5148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Declaration</a:t>
            </a:r>
          </a:p>
          <a:p>
            <a:pPr marL="0" indent="0">
              <a:buNone/>
            </a:pP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[] myArray1 = </a:t>
            </a:r>
            <a:r>
              <a:rPr 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pPr marL="0" indent="0">
              <a:buNone/>
            </a:pP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[] myArray2 = {1, 2, 3, 4, 5};</a:t>
            </a:r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11364220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478162" y="1425146"/>
            <a:ext cx="6032095" cy="514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/>
              <a:t>Usage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</a:t>
            </a:r>
          </a:p>
          <a:p>
            <a:pPr marL="0" indent="0">
              <a:spcBef>
                <a:spcPts val="0"/>
              </a:spcBef>
              <a:buNone/>
            </a:pPr>
            <a:endParaRPr lang="en-US" sz="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nIx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nIx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5;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nIx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("Value " + 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nIx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+ 1) + " of array is " +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nIx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sz="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</a:t>
            </a:r>
          </a:p>
          <a:p>
            <a:pPr marL="0" indent="0">
              <a:spcBef>
                <a:spcPts val="0"/>
              </a:spcBef>
              <a:buNone/>
            </a:pP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nIx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nIx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myArray.Count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nIx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("Value " + 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nIx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+ 1) + " of array is " +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nIx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</a:t>
            </a:r>
          </a:p>
          <a:p>
            <a:pPr marL="0" indent="0">
              <a:spcBef>
                <a:spcPts val="0"/>
              </a:spcBef>
              <a:buNone/>
            </a:pPr>
            <a:endParaRPr lang="en-US" sz="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nCount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item in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("Value " + (++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nCount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+ " of array is " + item);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sz="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======================================================================================</a:t>
            </a:r>
          </a:p>
          <a:p>
            <a:pPr marL="0" indent="0">
              <a:spcBef>
                <a:spcPts val="0"/>
              </a:spcBef>
              <a:buNone/>
            </a:pP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NOTE: Item #0 (zero) is the first item in the array</a:t>
            </a:r>
            <a:endParaRPr 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9259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Value type vs Reference type - Allegory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425146"/>
            <a:ext cx="4961175" cy="5148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Value Type</a:t>
            </a:r>
          </a:p>
          <a:p>
            <a:pPr marL="0" indent="0">
              <a:buNone/>
            </a:pP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11364220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478162" y="1425146"/>
            <a:ext cx="6032095" cy="514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2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94" y="2153856"/>
            <a:ext cx="2851084" cy="28510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549" y="2153856"/>
            <a:ext cx="2851084" cy="28510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293" y="2153856"/>
            <a:ext cx="2851084" cy="285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432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Value type vs Reference type - Allegory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425146"/>
            <a:ext cx="4961175" cy="5148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Reference Type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11364220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478162" y="1425146"/>
            <a:ext cx="6032095" cy="514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2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8" y="2252182"/>
            <a:ext cx="2956948" cy="34945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355" y="2252182"/>
            <a:ext cx="2956948" cy="34945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954" y="2252182"/>
            <a:ext cx="2956948" cy="349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312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Value types in C# - Assignment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425146"/>
            <a:ext cx="5165124" cy="5148649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myValue1 = 20;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myValue2 = myValue1;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5449453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244" y="1425146"/>
            <a:ext cx="5238095" cy="9809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244" y="3773583"/>
            <a:ext cx="5238095" cy="1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8599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Reference types in C# - Assignment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425146"/>
            <a:ext cx="5165124" cy="5148649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 err="1" smtClean="0"/>
              <a:t>nt</a:t>
            </a:r>
            <a:r>
              <a:rPr lang="en-US" dirty="0" smtClean="0"/>
              <a:t>[] myArray1 = {1, 2, 3, 4, 5};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[] myArray2 = myArray1;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5449453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764" y="1335279"/>
            <a:ext cx="5238750" cy="15335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764" y="4108573"/>
            <a:ext cx="523875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729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</TotalTime>
  <Words>481</Words>
  <Application>Microsoft Office PowerPoint</Application>
  <PresentationFormat>Widescreen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Times New Roman</vt:lpstr>
      <vt:lpstr>Office Theme</vt:lpstr>
      <vt:lpstr>MCSD Certification Toolkit</vt:lpstr>
      <vt:lpstr>Working with Enumerations</vt:lpstr>
      <vt:lpstr>Structures</vt:lpstr>
      <vt:lpstr>Structures, with constructor</vt:lpstr>
      <vt:lpstr>Stack vs Heap</vt:lpstr>
      <vt:lpstr>Array, a simple reference type</vt:lpstr>
      <vt:lpstr>Value type vs Reference type - Allegory</vt:lpstr>
      <vt:lpstr>Value type vs Reference type - Allegory</vt:lpstr>
      <vt:lpstr>Value types in C# - Assignment</vt:lpstr>
      <vt:lpstr>Reference types in C# - Assignment</vt:lpstr>
    </vt:vector>
  </TitlesOfParts>
  <Company>Deltek.com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MCSD Certification Toolkit</dc:title>
  <dc:creator>Jeff Armstrong</dc:creator>
  <cp:lastModifiedBy>Jeff Armstrong</cp:lastModifiedBy>
  <cp:revision>30</cp:revision>
  <dcterms:created xsi:type="dcterms:W3CDTF">2021-11-15T21:51:14Z</dcterms:created>
  <dcterms:modified xsi:type="dcterms:W3CDTF">2021-11-30T08:53:43Z</dcterms:modified>
</cp:coreProperties>
</file>