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5" r:id="rId3"/>
    <p:sldId id="279" r:id="rId4"/>
    <p:sldId id="277" r:id="rId5"/>
    <p:sldId id="283" r:id="rId6"/>
    <p:sldId id="284" r:id="rId7"/>
    <p:sldId id="278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7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3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1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3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8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1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4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3817-F879-439A-9E7E-3FAAA2864710}" type="datetimeFigureOut">
              <a:rPr lang="en-US" smtClean="0"/>
              <a:t>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829"/>
          </a:xfrm>
        </p:spPr>
        <p:txBody>
          <a:bodyPr/>
          <a:lstStyle/>
          <a:p>
            <a:r>
              <a:rPr lang="en-US" dirty="0" smtClean="0"/>
              <a:t>MCSD Certification Toolkit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Chapter 3, Lesson 3</a:t>
            </a:r>
          </a:p>
        </p:txBody>
      </p:sp>
    </p:spTree>
    <p:extLst>
      <p:ext uri="{BB962C8B-B14F-4D97-AF65-F5344CB8AC3E}">
        <p14:creationId xmlns:p14="http://schemas.microsoft.com/office/powerpoint/2010/main" val="3909584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– Passing by value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225" y="1528065"/>
            <a:ext cx="4960938" cy="49432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76" y="1528065"/>
            <a:ext cx="37719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243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– Passing by reference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52" y="1528065"/>
            <a:ext cx="4210050" cy="348615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675" y="1528065"/>
            <a:ext cx="43750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607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Ref vs Out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8598876" y="1770185"/>
            <a:ext cx="2911381" cy="4413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729289"/>
              </p:ext>
            </p:extLst>
          </p:nvPr>
        </p:nvGraphicFramePr>
        <p:xfrm>
          <a:off x="492368" y="1770185"/>
          <a:ext cx="10949355" cy="2086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2065">
                  <a:extLst>
                    <a:ext uri="{9D8B030D-6E8A-4147-A177-3AD203B41FA5}">
                      <a16:colId xmlns:a16="http://schemas.microsoft.com/office/drawing/2014/main" val="1480466641"/>
                    </a:ext>
                  </a:extLst>
                </a:gridCol>
                <a:gridCol w="5647290">
                  <a:extLst>
                    <a:ext uri="{9D8B030D-6E8A-4147-A177-3AD203B41FA5}">
                      <a16:colId xmlns:a16="http://schemas.microsoft.com/office/drawing/2014/main" val="121249877"/>
                    </a:ext>
                  </a:extLst>
                </a:gridCol>
              </a:tblGrid>
              <a:tr h="2704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Ref</a:t>
                      </a:r>
                      <a:endParaRPr lang="en-US" sz="1200" b="1" i="0" u="none" strike="noStrike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Out</a:t>
                      </a:r>
                      <a:endParaRPr lang="en-US" sz="1200" b="1" i="0" u="none" strike="noStrike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5596002"/>
                  </a:ext>
                </a:extLst>
              </a:tr>
              <a:tr h="51523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The parameter or argument must be initialized </a:t>
                      </a:r>
                      <a:r>
                        <a:rPr lang="en-US" sz="1200" u="none" strike="noStrike" dirty="0" smtClean="0">
                          <a:effectLst/>
                        </a:rPr>
                        <a:t>before </a:t>
                      </a:r>
                      <a:r>
                        <a:rPr lang="en-US" sz="1200" u="none" strike="noStrike" dirty="0">
                          <a:effectLst/>
                        </a:rPr>
                        <a:t>it is passed </a:t>
                      </a:r>
                      <a:r>
                        <a:rPr lang="en-US" sz="1200" u="none" strike="noStrike" dirty="0" smtClean="0">
                          <a:effectLst/>
                        </a:rPr>
                        <a:t>as a ref parameter.</a:t>
                      </a:r>
                      <a:endParaRPr lang="en-US" sz="1200" b="0" i="0" u="none" strike="noStrike" dirty="0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It is not compulsory to initialize a parameter or argument before it is passed </a:t>
                      </a:r>
                      <a:r>
                        <a:rPr lang="en-US" sz="1200" u="none" strike="noStrike" dirty="0" smtClean="0">
                          <a:effectLst/>
                        </a:rPr>
                        <a:t>as an out parameter.</a:t>
                      </a:r>
                      <a:endParaRPr lang="en-US" sz="1200" b="0" i="0" u="none" strike="noStrike" dirty="0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090762498"/>
                  </a:ext>
                </a:extLst>
              </a:tr>
              <a:tr h="77285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It is not required to assign or initialize the value of a parameter (which is passed by ref) before returning to the calling method.</a:t>
                      </a:r>
                      <a:endParaRPr lang="en-US" sz="1200" b="0" i="0" u="none" strike="noStrike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 smtClean="0">
                          <a:effectLst/>
                        </a:rPr>
                        <a:t>The called </a:t>
                      </a:r>
                      <a:r>
                        <a:rPr lang="en-US" sz="1200" u="none" strike="noStrike" dirty="0">
                          <a:effectLst/>
                        </a:rPr>
                        <a:t>method is required to assign or initialize a value of a parameter (which is passed to an </a:t>
                      </a:r>
                      <a:r>
                        <a:rPr lang="en-US" sz="1200" u="none" strike="noStrike" dirty="0" smtClean="0">
                          <a:effectLst/>
                        </a:rPr>
                        <a:t>out parameter) </a:t>
                      </a:r>
                      <a:r>
                        <a:rPr lang="en-US" sz="1200" u="none" strike="noStrike" dirty="0">
                          <a:effectLst/>
                        </a:rPr>
                        <a:t>before returning to the calling method.</a:t>
                      </a:r>
                      <a:endParaRPr lang="en-US" sz="1200" b="0" i="0" u="none" strike="noStrike" dirty="0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5523992"/>
                  </a:ext>
                </a:extLst>
              </a:tr>
              <a:tr h="528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It is not compulsory to initialize a </a:t>
                      </a:r>
                      <a:r>
                        <a:rPr lang="en-US" sz="1200" u="none" strike="noStrike" dirty="0" smtClean="0">
                          <a:effectLst/>
                        </a:rPr>
                        <a:t>‘ref’ parameter </a:t>
                      </a:r>
                      <a:r>
                        <a:rPr lang="en-US" sz="1200" u="none" strike="noStrike" dirty="0">
                          <a:effectLst/>
                        </a:rPr>
                        <a:t>value before using it in a calling method.</a:t>
                      </a:r>
                      <a:endParaRPr lang="en-US" sz="1200" b="0" i="0" u="none" strike="noStrike" dirty="0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 smtClean="0">
                          <a:effectLst/>
                        </a:rPr>
                        <a:t>An ‘out’ parameter </a:t>
                      </a:r>
                      <a:r>
                        <a:rPr lang="en-US" sz="1200" u="none" strike="noStrike" dirty="0">
                          <a:effectLst/>
                        </a:rPr>
                        <a:t>value must be initialized within the </a:t>
                      </a:r>
                      <a:r>
                        <a:rPr lang="en-US" sz="1200" u="none" strike="noStrike" dirty="0" smtClean="0">
                          <a:effectLst/>
                        </a:rPr>
                        <a:t>called method </a:t>
                      </a:r>
                      <a:r>
                        <a:rPr lang="en-US" sz="1200" u="none" strike="noStrike" dirty="0">
                          <a:effectLst/>
                        </a:rPr>
                        <a:t>before its use.</a:t>
                      </a:r>
                      <a:endParaRPr lang="en-US" sz="1200" b="0" i="0" u="none" strike="noStrike" dirty="0">
                        <a:solidFill>
                          <a:srgbClr val="21212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9032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962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– Optional parameters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 smtClean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When caller does not supply parameter, compiler fills in default.</a:t>
            </a:r>
          </a:p>
          <a:p>
            <a:r>
              <a:rPr lang="en-US" sz="1200" dirty="0" smtClean="0"/>
              <a:t>Multiple default parameters allowed.</a:t>
            </a:r>
          </a:p>
          <a:p>
            <a:r>
              <a:rPr lang="en-US" sz="1200" dirty="0" smtClean="0"/>
              <a:t>Default parameters must be last in method definition.</a:t>
            </a:r>
          </a:p>
          <a:p>
            <a:pPr marL="0" indent="0">
              <a:buNone/>
            </a:pPr>
            <a:r>
              <a:rPr lang="en-US" sz="1400" dirty="0"/>
              <a:t>	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23" y="1425145"/>
            <a:ext cx="4836869" cy="48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51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– Named parameters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 smtClean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195647" y="1425145"/>
            <a:ext cx="5251938" cy="4351338"/>
          </a:xfrm>
        </p:spPr>
        <p:txBody>
          <a:bodyPr>
            <a:normAutofit/>
          </a:bodyPr>
          <a:lstStyle/>
          <a:p>
            <a:r>
              <a:rPr lang="en-US" sz="1200" dirty="0" smtClean="0"/>
              <a:t>Order of named parameters is irrelevant</a:t>
            </a:r>
          </a:p>
          <a:p>
            <a:r>
              <a:rPr lang="en-US" sz="1200" dirty="0" smtClean="0"/>
              <a:t>Makes code easier to read</a:t>
            </a:r>
          </a:p>
          <a:p>
            <a:r>
              <a:rPr lang="en-US" sz="1200" dirty="0" smtClean="0"/>
              <a:t>When mixed with positional parameters, positional parameters must come first</a:t>
            </a: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27" y="1425145"/>
            <a:ext cx="5095238" cy="3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922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 Declaration and Usage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GENDER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MALE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FEMALE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</a:t>
            </a:r>
            <a:r>
              <a:rPr lang="en-US" sz="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Person</a:t>
            </a:r>
            <a:endParaRPr lang="en-US" sz="8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Person(string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GENDER gender)</a:t>
            </a: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m_FName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m_Lname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m_Gender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gender;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m_FName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m_LName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GENDER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m_Gender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 </a:t>
            </a: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KimC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Person(“Kim”, “Chiu”, GENDER.FEMALE);</a:t>
            </a:r>
          </a:p>
        </p:txBody>
      </p:sp>
    </p:spTree>
    <p:extLst>
      <p:ext uri="{BB962C8B-B14F-4D97-AF65-F5344CB8AC3E}">
        <p14:creationId xmlns:p14="http://schemas.microsoft.com/office/powerpoint/2010/main" val="16726052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Inheritance in C#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545" y="997528"/>
            <a:ext cx="4072363" cy="5675121"/>
          </a:xfrm>
        </p:spPr>
        <p:txBody>
          <a:bodyPr>
            <a:normAutofit fontScale="92500" lnSpcReduction="20000"/>
          </a:bodyPr>
          <a:lstStyle/>
          <a:p>
            <a:pPr>
              <a:buAutoNum type="arabicParenR"/>
            </a:pPr>
            <a:r>
              <a:rPr lang="en-US" sz="1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All </a:t>
            </a:r>
            <a:r>
              <a:rPr lang="en-US" sz="1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classes have class ‘Object’ as their root</a:t>
            </a:r>
          </a:p>
          <a:p>
            <a:pPr>
              <a:buAutoNum type="arabicParenR"/>
            </a:pPr>
            <a:r>
              <a:rPr lang="en-US" sz="1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The visibility of each class member is declared separately.</a:t>
            </a:r>
          </a:p>
          <a:p>
            <a:pPr>
              <a:buAutoNum type="arabicParenR"/>
            </a:pPr>
            <a:r>
              <a:rPr lang="en-US" sz="1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Each class can have no more than 1 base </a:t>
            </a:r>
            <a:r>
              <a:rPr lang="en-US" sz="12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class</a:t>
            </a:r>
          </a:p>
          <a:p>
            <a:pPr marL="0" indent="0">
              <a:buNone/>
            </a:pPr>
            <a:endParaRPr lang="en-US" sz="12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Animal.cs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Animal()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m_sName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“Unknown”;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public Animal(string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m_sName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protected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m_sName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Mammal : Animal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Mammal()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m_sName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 "Unknown Mammal";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Mammal(string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sName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: 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base(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sName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class Tiger : Mammal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Human 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369" y="1863970"/>
            <a:ext cx="3610172" cy="4808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962572" y="4777946"/>
            <a:ext cx="807136" cy="1235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431" y="365126"/>
            <a:ext cx="3917092" cy="64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53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411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Times New Roman</vt:lpstr>
      <vt:lpstr>Office Theme</vt:lpstr>
      <vt:lpstr>MCSD Certification Toolkit</vt:lpstr>
      <vt:lpstr>Methods – Passing by value</vt:lpstr>
      <vt:lpstr>Methods – Passing by reference</vt:lpstr>
      <vt:lpstr>Ref vs Out</vt:lpstr>
      <vt:lpstr>Methods – Optional parameters</vt:lpstr>
      <vt:lpstr>Methods – Named parameters</vt:lpstr>
      <vt:lpstr>Class Declaration and Usage</vt:lpstr>
      <vt:lpstr>Inheritance in C#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 Toolkit</dc:title>
  <dc:creator>Jeff Armstrong</dc:creator>
  <cp:lastModifiedBy>Jeff Armstrong</cp:lastModifiedBy>
  <cp:revision>52</cp:revision>
  <dcterms:created xsi:type="dcterms:W3CDTF">2021-11-15T21:51:14Z</dcterms:created>
  <dcterms:modified xsi:type="dcterms:W3CDTF">2022-01-03T20:48:17Z</dcterms:modified>
</cp:coreProperties>
</file>