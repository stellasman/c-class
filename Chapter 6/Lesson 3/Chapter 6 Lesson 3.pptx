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54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6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7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5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6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9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9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10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8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9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6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9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BE42A-EC51-4A27-8C5E-56E9DE15CC2F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5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35829"/>
          </a:xfrm>
        </p:spPr>
        <p:txBody>
          <a:bodyPr/>
          <a:lstStyle/>
          <a:p>
            <a:r>
              <a:rPr lang="en-US" dirty="0" smtClean="0"/>
              <a:t>MCSD Certification Toolkit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Chapter </a:t>
            </a:r>
            <a:r>
              <a:rPr lang="en-US" dirty="0" smtClean="0"/>
              <a:t>6 Lesson 3 - Exceptions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2332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Unexpected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I/O Errors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Network Errors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Out of Memory Errors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Security Errors (Access Denied)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775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Programmer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Arithmetic Errors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Divide by Zero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Overflow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Index out of range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Invalid memory reference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Null pointers</a:t>
            </a:r>
          </a:p>
        </p:txBody>
      </p:sp>
    </p:spTree>
    <p:extLst>
      <p:ext uri="{BB962C8B-B14F-4D97-AF65-F5344CB8AC3E}">
        <p14:creationId xmlns:p14="http://schemas.microsoft.com/office/powerpoint/2010/main" val="294248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Error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the error occurs deep inside a library, it is difficult to percolate the error code up to the caller which can handle it.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Most programmers don’t program for anything but the most likely error conditions (and maybe not even that).</a:t>
            </a:r>
          </a:p>
        </p:txBody>
      </p:sp>
    </p:spTree>
    <p:extLst>
      <p:ext uri="{BB962C8B-B14F-4D97-AF65-F5344CB8AC3E}">
        <p14:creationId xmlns:p14="http://schemas.microsoft.com/office/powerpoint/2010/main" val="62893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do we do?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0" indent="0" algn="ctr">
              <a:buNone/>
            </a:pPr>
            <a:r>
              <a:rPr lang="en-US" sz="20000" dirty="0" smtClean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153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D0DBF78E7573498E57FF5AEF12177C" ma:contentTypeVersion="8" ma:contentTypeDescription="Create a new document." ma:contentTypeScope="" ma:versionID="d1bdaccba5bec0ade9dcacd043ad0a6c">
  <xsd:schema xmlns:xsd="http://www.w3.org/2001/XMLSchema" xmlns:xs="http://www.w3.org/2001/XMLSchema" xmlns:p="http://schemas.microsoft.com/office/2006/metadata/properties" xmlns:ns2="697714b7-1f72-4f8d-a841-76860ca5a7cc" xmlns:ns3="0c7b88d9-e746-476a-9481-c5b43b24eb14" targetNamespace="http://schemas.microsoft.com/office/2006/metadata/properties" ma:root="true" ma:fieldsID="da38ff6c689819270a94955410054538" ns2:_="" ns3:_="">
    <xsd:import namespace="697714b7-1f72-4f8d-a841-76860ca5a7cc"/>
    <xsd:import namespace="0c7b88d9-e746-476a-9481-c5b43b24eb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7714b7-1f72-4f8d-a841-76860ca5a7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7b88d9-e746-476a-9481-c5b43b24eb1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5DDEF6-D054-4FBC-B9BD-1DA60AC8242F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www.w3.org/XML/1998/namespace"/>
    <ds:schemaRef ds:uri="0c7b88d9-e746-476a-9481-c5b43b24eb14"/>
    <ds:schemaRef ds:uri="697714b7-1f72-4f8d-a841-76860ca5a7cc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CC1BA97-8BD1-432D-BA53-41A4FBD954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7714b7-1f72-4f8d-a841-76860ca5a7cc"/>
    <ds:schemaRef ds:uri="0c7b88d9-e746-476a-9481-c5b43b24eb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2A425B5-C471-44AF-9D4A-7BF4EBF8F4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2436</TotalTime>
  <Words>95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MCSD Certification Toolkit</vt:lpstr>
      <vt:lpstr>Unexpected Events</vt:lpstr>
      <vt:lpstr>Programmer Errors</vt:lpstr>
      <vt:lpstr>Error Handling</vt:lpstr>
      <vt:lpstr>What do we do?</vt:lpstr>
    </vt:vector>
  </TitlesOfParts>
  <Company>Deltek.com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MCSD Certification Toolkit</dc:title>
  <dc:creator>Jeff Armstrong</dc:creator>
  <cp:lastModifiedBy>Jeff Armstrong</cp:lastModifiedBy>
  <cp:revision>104</cp:revision>
  <dcterms:created xsi:type="dcterms:W3CDTF">2021-10-07T04:30:28Z</dcterms:created>
  <dcterms:modified xsi:type="dcterms:W3CDTF">2022-05-17T01:22:05Z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0x010100A0D0DBF78E7573498E57FF5AEF12177C</vt:lpwstr>
  </property>
</Properties>
</file>